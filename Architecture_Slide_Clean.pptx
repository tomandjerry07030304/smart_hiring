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777240"/>
            <a:ext cx="4876495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7295" cy="1051560"/>
          </a:xfrm>
          <a:prstGeom prst="roundRect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PRESENTATION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Candidate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48132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Recruiter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48132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Admin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48132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Fairness Audit UI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69280" y="2103120"/>
            <a:ext cx="822960" cy="32004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11277295" cy="105156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4436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Flask REST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294436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JWT Authentication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294436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Rate Limiting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94436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CORS Handler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669280" y="3566160"/>
            <a:ext cx="822960" cy="32004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11277295" cy="105156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77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0740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NLP 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8892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440740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Fairness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40740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Matching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440740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 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40740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669280" y="5029200"/>
            <a:ext cx="822960" cy="32004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5394960"/>
            <a:ext cx="11277295" cy="105156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7790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🗄️ MongoDB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89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t>Documents &amp; Resumes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39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39" y="57790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⚡ Redis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39" y="5989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t>Cache &amp; Sessions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59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59" y="57790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📁 File 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5989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t>Resume Files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8280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57790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📋 Audit Logs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989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t>Compliance Trail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t>HTML/CSS/JS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29260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t>Python Flask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4389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t>spaCy/BERT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5852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t>NoSQL/Cache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